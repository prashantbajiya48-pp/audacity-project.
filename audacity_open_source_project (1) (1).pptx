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Title Slide</a:t>
            </a:r>
          </a:p>
        </p:txBody>
      </p:sp>
      <p:sp>
        <p:nvSpPr>
          <p:cNvPr id="3" name="Subtitle 2"/>
          <p:cNvSpPr>
            <a:spLocks noGrp="1"/>
          </p:cNvSpPr>
          <p:nvPr>
            <p:ph type="subTitle" idx="1"/>
          </p:nvPr>
        </p:nvSpPr>
        <p:spPr/>
        <p:txBody>
          <a:bodyPr/>
          <a:lstStyle/>
          <a:p>
            <a:r>
              <a:t>Audacity – Open Source Audio Editing Software</a:t>
            </a:r>
          </a:p>
          <a:p/>
          <a:p>
            <a:r>
              <a:t>Student: Prashant Bajiya</a:t>
            </a:r>
          </a:p>
          <a:p>
            <a:r>
              <a:t>Project: Open Source Software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Audacity is a free and open‑source digital audio editor and recording application. It is widely used for recording, editing, and mixing audio files. Audacity is available for Windows, macOS, and Linux.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Open Source Software?</a:t>
            </a:r>
          </a:p>
        </p:txBody>
      </p:sp>
      <p:sp>
        <p:nvSpPr>
          <p:cNvPr id="3" name="Content Placeholder 2"/>
          <p:cNvSpPr>
            <a:spLocks noGrp="1"/>
          </p:cNvSpPr>
          <p:nvPr>
            <p:ph idx="1"/>
          </p:nvPr>
        </p:nvSpPr>
        <p:spPr/>
        <p:txBody>
          <a:bodyPr/>
          <a:lstStyle/>
          <a:p>
            <a:r>
              <a:t>Open source software is software whose source code is available to the public. Anyone can view, modify, and distribute the code. This encourages collaboration, transparency, and innovation.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Audacity</a:t>
            </a:r>
          </a:p>
        </p:txBody>
      </p:sp>
      <p:sp>
        <p:nvSpPr>
          <p:cNvPr id="3" name="Content Placeholder 2"/>
          <p:cNvSpPr>
            <a:spLocks noGrp="1"/>
          </p:cNvSpPr>
          <p:nvPr>
            <p:ph idx="1"/>
          </p:nvPr>
        </p:nvSpPr>
        <p:spPr/>
        <p:txBody>
          <a:bodyPr/>
          <a:lstStyle/>
          <a:p>
            <a:r>
              <a:t>Audacity was first released in 2000. It was developed by Dominic Mazzoni and Roger Dannenberg. It is one of the most popular open‑source audio editing tools used by students, musicians, podcasters, and professionals.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of Audacity</a:t>
            </a:r>
          </a:p>
        </p:txBody>
      </p:sp>
      <p:sp>
        <p:nvSpPr>
          <p:cNvPr id="3" name="Content Placeholder 2"/>
          <p:cNvSpPr>
            <a:spLocks noGrp="1"/>
          </p:cNvSpPr>
          <p:nvPr>
            <p:ph idx="1"/>
          </p:nvPr>
        </p:nvSpPr>
        <p:spPr/>
        <p:txBody>
          <a:bodyPr/>
          <a:lstStyle/>
          <a:p>
            <a:r>
              <a:t>• Record live audio through microphone</a:t>
            </a:r>
          </a:p>
          <a:p>
            <a:r>
              <a:t>• Edit audio files easily</a:t>
            </a:r>
          </a:p>
          <a:p>
            <a:r>
              <a:t>• Support multiple audio formats</a:t>
            </a:r>
          </a:p>
          <a:p>
            <a:r>
              <a:t>• Apply sound effects</a:t>
            </a:r>
          </a:p>
          <a:p>
            <a:r>
              <a:t>• Noise reduction and audio enhancement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Tools in Audacity</a:t>
            </a:r>
          </a:p>
        </p:txBody>
      </p:sp>
      <p:sp>
        <p:nvSpPr>
          <p:cNvPr id="3" name="Content Placeholder 2"/>
          <p:cNvSpPr>
            <a:spLocks noGrp="1"/>
          </p:cNvSpPr>
          <p:nvPr>
            <p:ph idx="1"/>
          </p:nvPr>
        </p:nvSpPr>
        <p:spPr/>
        <p:txBody>
          <a:bodyPr/>
          <a:lstStyle/>
          <a:p>
            <a:r>
              <a:t>• Selection Tool – select part of audio</a:t>
            </a:r>
          </a:p>
          <a:p>
            <a:r>
              <a:t>• Cut, Copy, Paste – basic editing</a:t>
            </a:r>
          </a:p>
          <a:p>
            <a:r>
              <a:t>• Trim – remove unwanted parts</a:t>
            </a:r>
          </a:p>
          <a:p>
            <a:r>
              <a:t>• Amplify – increase sound volume</a:t>
            </a:r>
          </a:p>
          <a:p>
            <a:r>
              <a:t>• Noise Reduction – remove background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Advantages of Audacity</a:t>
            </a:r>
          </a:p>
        </p:txBody>
      </p:sp>
      <p:sp>
        <p:nvSpPr>
          <p:cNvPr id="3" name="Content Placeholder 2"/>
          <p:cNvSpPr>
            <a:spLocks noGrp="1"/>
          </p:cNvSpPr>
          <p:nvPr>
            <p:ph idx="1"/>
          </p:nvPr>
        </p:nvSpPr>
        <p:spPr/>
        <p:txBody>
          <a:bodyPr/>
          <a:lstStyle/>
          <a:p>
            <a:r>
              <a:t>• Completely free to use</a:t>
            </a:r>
          </a:p>
          <a:p>
            <a:r>
              <a:t>• Open source and customizable</a:t>
            </a:r>
          </a:p>
          <a:p>
            <a:r>
              <a:t>• Simple and user‑friendly interface</a:t>
            </a:r>
          </a:p>
          <a:p>
            <a:r>
              <a:t>• Supports many audio formats</a:t>
            </a:r>
          </a:p>
          <a:p>
            <a:r>
              <a:t>• Large online community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Disadvantages</a:t>
            </a:r>
          </a:p>
        </p:txBody>
      </p:sp>
      <p:sp>
        <p:nvSpPr>
          <p:cNvPr id="3" name="Content Placeholder 2"/>
          <p:cNvSpPr>
            <a:spLocks noGrp="1"/>
          </p:cNvSpPr>
          <p:nvPr>
            <p:ph idx="1"/>
          </p:nvPr>
        </p:nvSpPr>
        <p:spPr/>
        <p:txBody>
          <a:bodyPr/>
          <a:lstStyle/>
          <a:p>
            <a:r>
              <a:t>• Interface looks basic compared to paid software</a:t>
            </a:r>
          </a:p>
          <a:p>
            <a:r>
              <a:t>• Limited advanced music production tools</a:t>
            </a:r>
          </a:p>
          <a:p>
            <a:r>
              <a:t>• Real‑time effects are limited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 Uses</a:t>
            </a:r>
          </a:p>
        </p:txBody>
      </p:sp>
      <p:sp>
        <p:nvSpPr>
          <p:cNvPr id="3" name="Content Placeholder 2"/>
          <p:cNvSpPr>
            <a:spLocks noGrp="1"/>
          </p:cNvSpPr>
          <p:nvPr>
            <p:ph idx="1"/>
          </p:nvPr>
        </p:nvSpPr>
        <p:spPr/>
        <p:txBody>
          <a:bodyPr/>
          <a:lstStyle/>
          <a:p>
            <a:r>
              <a:t>• Podcast recording</a:t>
            </a:r>
          </a:p>
          <a:p>
            <a:r>
              <a:t>• Music editing</a:t>
            </a:r>
          </a:p>
          <a:p>
            <a:r>
              <a:t>• Audio cleaning and restoration</a:t>
            </a:r>
          </a:p>
          <a:p>
            <a:r>
              <a:t>• Voice recording</a:t>
            </a:r>
          </a:p>
          <a:p>
            <a:r>
              <a:t>• Educational projects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Audacity is a powerful open‑source audio editing tool. It provides many useful features for recording and editing sound. Because it is free and easy to use, it is widely used by students, teachers, content creators, and professionals.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